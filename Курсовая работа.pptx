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930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008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672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486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03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056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41833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077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9034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0920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52645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E38C461-1183-49A5-A9A6-751D6600C2DB}" type="datetimeFigureOut">
              <a:rPr lang="ru-RU" smtClean="0"/>
              <a:t>23.05.2026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A566538-1F27-42D8-B1C6-560E66CD5C2A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388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E3BDF8-1F17-A82F-6E84-984D477126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Курсовая работа</a:t>
            </a:r>
            <a:b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по дисциплине «Технологии разработки программного обеспечения»</a:t>
            </a:r>
            <a:b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на тему «</a:t>
            </a:r>
            <a:r>
              <a:rPr lang="en-US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Password Generator</a:t>
            </a:r>
            <a: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»</a:t>
            </a:r>
            <a:br>
              <a:rPr lang="ru-RU" sz="2800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65A5FB8-5969-ACCE-85CC-FC74147C05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Выполнил ст. гр. ИВ-523 Архангельский А. А.</a:t>
            </a:r>
          </a:p>
          <a:p>
            <a:r>
              <a:rPr lang="ru-RU" sz="1800" dirty="0">
                <a:latin typeface="Arial" panose="020B0604020202020204" pitchFamily="34" charset="0"/>
                <a:cs typeface="Arial" panose="020B0604020202020204" pitchFamily="34" charset="0"/>
              </a:rPr>
              <a:t>Проверил ст. преподаватель Трусов К. В.</a:t>
            </a:r>
          </a:p>
        </p:txBody>
      </p:sp>
    </p:spTree>
    <p:extLst>
      <p:ext uri="{BB962C8B-B14F-4D97-AF65-F5344CB8AC3E}">
        <p14:creationId xmlns:p14="http://schemas.microsoft.com/office/powerpoint/2010/main" val="3920339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57280C-16A0-E183-66B5-D8A5D24E8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Описание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BD264E7-B431-2B9D-DFD8-5F75E1D6CC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Разработанное консольное приложение </a:t>
            </a:r>
            <a:r>
              <a:rPr lang="ru-RU" b="1" i="0" dirty="0" err="1">
                <a:solidFill>
                  <a:srgbClr val="0F1115"/>
                </a:solidFill>
                <a:effectLst/>
                <a:latin typeface="quote-cjk-patch"/>
              </a:rPr>
              <a:t>PWGen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 представляет собой генератор случайных паролей с гибкой настройкой состава символов. Программа реализована на языке C (стандарт C99) и предназначена для использования в операционных системах семейства Linux, а также в средах, поддерживающих компилятор GCC и стандартную библиотеку языка C.</a:t>
            </a: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Приложение позволяет пользователю задать длину пароля, количество генерируемых паролей и выбрать один или несколько наборов символов, из которых будет формироваться итоговый алфавит. Генерация осуществляется с использованием стандартного генератора псевдослучайных чисел, инициализируемого текущим системным временем.</a:t>
            </a:r>
          </a:p>
          <a:p>
            <a:pPr algn="l"/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Проект включает модульные тесты и настроенный </a:t>
            </a:r>
            <a:r>
              <a:rPr lang="ru-RU" b="0" i="0" dirty="0" err="1">
                <a:solidFill>
                  <a:srgbClr val="0F1115"/>
                </a:solidFill>
                <a:effectLst/>
                <a:latin typeface="quote-cjk-patch"/>
              </a:rPr>
              <a:t>пайплайн</a:t>
            </a: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 непрерывной интеграции, что обеспечивает стабильность и предсказуемость поведения программы при внесении изменений в исходный код.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3630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033A05-EC8D-98F9-5D15-A7D58BF5E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 программы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58CDCFE-5624-1B35-20CD-92E5731517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9855" y="1857433"/>
            <a:ext cx="6761018" cy="4349403"/>
          </a:xfrm>
        </p:spPr>
      </p:pic>
    </p:spTree>
    <p:extLst>
      <p:ext uri="{BB962C8B-B14F-4D97-AF65-F5344CB8AC3E}">
        <p14:creationId xmlns:p14="http://schemas.microsoft.com/office/powerpoint/2010/main" val="4192963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7E582A-5653-6F50-53AD-40DAA5D71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 программы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BFF46C4-340B-D373-D0D7-38428AE764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55273" y="1846263"/>
            <a:ext cx="7296727" cy="4471410"/>
          </a:xfrm>
        </p:spPr>
      </p:pic>
    </p:spTree>
    <p:extLst>
      <p:ext uri="{BB962C8B-B14F-4D97-AF65-F5344CB8AC3E}">
        <p14:creationId xmlns:p14="http://schemas.microsoft.com/office/powerpoint/2010/main" val="3219573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479B96-546D-CA54-142E-244BB36D2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 программы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F801FDD-95F7-6294-1459-03163A5D3A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0327" y="1846263"/>
            <a:ext cx="8386618" cy="4369810"/>
          </a:xfrm>
        </p:spPr>
      </p:pic>
    </p:spTree>
    <p:extLst>
      <p:ext uri="{BB962C8B-B14F-4D97-AF65-F5344CB8AC3E}">
        <p14:creationId xmlns:p14="http://schemas.microsoft.com/office/powerpoint/2010/main" val="371090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D55685-7DDB-6C8B-CB4B-396A06804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 программы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4EEAFA9-8445-BC53-B48F-DEFB4A0A0E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5078" y="1967344"/>
            <a:ext cx="8202170" cy="3666837"/>
          </a:xfrm>
        </p:spPr>
      </p:pic>
    </p:spTree>
    <p:extLst>
      <p:ext uri="{BB962C8B-B14F-4D97-AF65-F5344CB8AC3E}">
        <p14:creationId xmlns:p14="http://schemas.microsoft.com/office/powerpoint/2010/main" val="2488165497"/>
      </p:ext>
    </p:extLst>
  </p:cSld>
  <p:clrMapOvr>
    <a:masterClrMapping/>
  </p:clrMapOvr>
  <p:transition spd="slow">
    <p:plu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753EC0-7B02-E6A8-A374-B8C0E10185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Сборка </a:t>
            </a:r>
            <a:r>
              <a:rPr lang="en-US" dirty="0"/>
              <a:t>CI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486DADB-2575-2D13-7349-58DAD3C835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14618" y="1846263"/>
            <a:ext cx="4054763" cy="4452937"/>
          </a:xfrm>
        </p:spPr>
      </p:pic>
    </p:spTree>
    <p:extLst>
      <p:ext uri="{BB962C8B-B14F-4D97-AF65-F5344CB8AC3E}">
        <p14:creationId xmlns:p14="http://schemas.microsoft.com/office/powerpoint/2010/main" val="2234519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BAECC6-29B1-3B18-5B6B-44FA1457E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тестов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DFAD3CE-BB93-126F-2A55-5A41337CEB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85818"/>
            <a:ext cx="5091084" cy="376843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52A86E3-F5CF-5F5B-7D00-1E663ACBE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3855" y="1976485"/>
            <a:ext cx="5397156" cy="377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993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2DC4A8-0A9F-B7E8-553E-28A637938C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Makefile</a:t>
            </a:r>
            <a:endParaRPr lang="ru-RU" dirty="0"/>
          </a:p>
        </p:txBody>
      </p:sp>
      <p:pic>
        <p:nvPicPr>
          <p:cNvPr id="9" name="Объект 8">
            <a:extLst>
              <a:ext uri="{FF2B5EF4-FFF2-40B4-BE49-F238E27FC236}">
                <a16:creationId xmlns:a16="http://schemas.microsoft.com/office/drawing/2014/main" id="{22FD089B-AEB8-9271-201A-E598B0EA79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910918"/>
            <a:ext cx="5626793" cy="4022725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43053DB-38F9-19FD-0FA2-07AF77C52C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9993" y="1910918"/>
            <a:ext cx="4548443" cy="412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6412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7E3F376-BB06-0657-E830-B1BFBABF2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3085513194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ysClr val="windowText" lastClr="000000"/>
      </a:dk1>
      <a:lt1>
        <a:sysClr val="window" lastClr="FFFFFF"/>
      </a:lt1>
      <a:dk2>
        <a:srgbClr val="514949"/>
      </a:dk2>
      <a:lt2>
        <a:srgbClr val="E1E1DB"/>
      </a:lt2>
      <a:accent1>
        <a:srgbClr val="9DBFBE"/>
      </a:accent1>
      <a:accent2>
        <a:srgbClr val="DB8631"/>
      </a:accent2>
      <a:accent3>
        <a:srgbClr val="E3CC5A"/>
      </a:accent3>
      <a:accent4>
        <a:srgbClr val="ACADA8"/>
      </a:accent4>
      <a:accent5>
        <a:srgbClr val="927C61"/>
      </a:accent5>
      <a:accent6>
        <a:srgbClr val="B3B435"/>
      </a:accent6>
      <a:hlink>
        <a:srgbClr val="0000FF"/>
      </a:hlink>
      <a:folHlink>
        <a:srgbClr val="800080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46</TotalTime>
  <Words>169</Words>
  <Application>Microsoft Office PowerPoint</Application>
  <PresentationFormat>Широкоэкранный</PresentationFormat>
  <Paragraphs>15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quote-cjk-patch</vt:lpstr>
      <vt:lpstr>Ретро</vt:lpstr>
      <vt:lpstr>Курсовая работа по дисциплине «Технологии разработки программного обеспечения» на тему «Password Generator» </vt:lpstr>
      <vt:lpstr>Описание проекта</vt:lpstr>
      <vt:lpstr>Функционал программы</vt:lpstr>
      <vt:lpstr>Функционал программы</vt:lpstr>
      <vt:lpstr>Функционал программы</vt:lpstr>
      <vt:lpstr>Функционал программы</vt:lpstr>
      <vt:lpstr>Сборка CI</vt:lpstr>
      <vt:lpstr>Примеры тестов</vt:lpstr>
      <vt:lpstr>Makefile</vt:lpstr>
      <vt:lpstr>Спасибо за внимание!</vt:lpstr>
    </vt:vector>
  </TitlesOfParts>
  <Company>LightKey.Store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Тимур Архангельский</dc:creator>
  <cp:lastModifiedBy>Тимур Архангельский</cp:lastModifiedBy>
  <cp:revision>2</cp:revision>
  <dcterms:created xsi:type="dcterms:W3CDTF">2026-05-23T02:41:46Z</dcterms:created>
  <dcterms:modified xsi:type="dcterms:W3CDTF">2026-05-23T03:28:32Z</dcterms:modified>
</cp:coreProperties>
</file>